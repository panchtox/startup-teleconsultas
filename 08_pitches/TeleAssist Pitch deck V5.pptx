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4" r:id="rId6"/>
    <p:sldId id="263" r:id="rId7"/>
    <p:sldId id="265" r:id="rId8"/>
    <p:sldId id="267" r:id="rId9"/>
    <p:sldId id="266" r:id="rId10"/>
    <p:sldId id="268" r:id="rId11"/>
    <p:sldId id="269" r:id="rId12"/>
    <p:sldId id="262" r:id="rId13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A4D205-99E0-4F93-B12A-2C4B5B7CC78D}" v="31" dt="2025-11-11T11:54:26.46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173B05-72CD-4707-A5EC-68B51AE5827A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4B952-5981-4F9C-9934-2DD86F1477AD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2037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45385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339057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89D62-9F92-7B72-A4D0-F03B1CAEE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5BB06E8-56BC-2BBC-F4B5-FD3ED2925D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146270D-43DD-72F9-F5F7-0EBF459794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A810FF-075A-AA0F-3D07-C41DE0348F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10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230143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41E52D-BF7D-02E9-03C2-67CD71EA0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D956094-1B02-FAD2-65DD-9F4780BCBD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13CA613-2E8F-6755-F27B-45F8D9CA4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37C813-B9E8-4EE3-1948-6CB6E6AF47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24B952-5981-4F9C-9934-2DD86F1477AD}" type="slidenum">
              <a:rPr lang="es-AR" smtClean="0"/>
              <a:t>11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36367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0F96C2-B173-6EA9-890E-5E13532B07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623BC6E-5938-4463-A4E3-F7041AD56F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20352A-73F0-C861-7CEB-565F79673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6AA0CBB-8562-0E75-62E2-3D44E8ECB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35C9D3-E30B-9427-BB41-3C3B3E01A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6876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3CE06F-CA8B-E6E2-D9EF-196F6365E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7D259D-DB39-5D50-3CEA-7059C9A8B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4A80EB0-DE27-A388-0A98-BF23ADAA1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35C9980-E984-81BA-20AB-F8D00ADBE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AA1F0A-166C-B032-0173-37AC497C1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288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F9CF4FE-40A8-35A9-49C3-1388B756C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A8B2A98-64E0-06F1-8352-F2CBCEB86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C34AB46-F8E7-415F-0EAC-CDF111A2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1C2B0B2-4935-17A3-039A-32F3C6E05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BD9CDB-AA1B-F4D8-5EC8-8BD27F632F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111972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2B6DC-210E-D5E7-6171-A351B3DD1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707C2F9-50E8-915C-519A-14D1783608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D78F71F-3430-5976-EC9D-10C721BE98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F36521-8432-CAD0-A531-AC9D1E7362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D0CFB25-D643-F376-CBCC-4B7912259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427287-6CEC-EE4A-93C7-86A329CF6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70250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2D3134-C884-84DC-13A8-1AEFB3BD2D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DE09CEC-D659-4C94-866B-6DFCC77AE2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78D740F-BC63-C2D0-0FE4-EB9AA8C43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15359CA-FE61-F573-5DE3-473464AF6E9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A309A57-2C93-A5A4-BC1C-8B62CB9D6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24334E3-1F7D-AE83-416D-E9563A1BE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AB3CB941-0557-1575-FDBD-1C502739A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74EEED7-1D3A-4AB9-5CBE-188C9493C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54700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365C0-0CF8-4FFF-9E37-83404B345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5C94CB9-DDDC-AC08-E217-1C0E105C15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69BDC83C-8F4B-7D68-25F2-E31BE5D65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802D207-85F1-02A8-9121-6E268917C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3787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56CB837-276C-FDC0-1E2F-92730702F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523D8B-D168-1895-8480-11364C48C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1CB7329-6A59-7CE6-BC32-83CB3E299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7186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C2CE1-F334-6F98-AD35-410C0DB97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8E6207-7495-DBBE-DCC2-A84721B75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EDB026-D781-679B-7068-A129FD9D2A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88834B2-FD85-9F44-8582-19FDF58D1A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D1FE2BF-9BFA-1487-3F99-EDA7B96EB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C1D9AD9-F035-C06E-6444-E2EA07397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48451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08D51A-0DE0-8B3F-9A17-69BB2FD389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AEA9EC7-602A-7FE2-9642-178615A4A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8CA8B3B-6293-F8CB-4B4C-D6A63B5C08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46B7926-54BB-7D66-742B-E1EFBAE4A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9C8161C-153C-6EE8-855D-043ABAB1E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C76B8C7-424F-BAB1-87D5-75FF03162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10622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40854EA-FA93-66C5-5048-9FF2677ED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349E09E-B6A6-E356-AF51-26A3D88F5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A85B60-867E-5938-B56B-582B724BEE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C8AFA64-0EB3-5BC5-B82D-DC9C20D5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32622C-2943-C99A-ECE8-EB7B59F89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678930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2F47E9-981A-EFD2-6883-334F7A49BB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29639FC-B385-0DDC-1AF4-EA428275DA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A3C0FA-75E8-F459-DF84-AC1FFDF24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C5481F-E872-003E-4BBD-7C3377571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CBC9FEE-5D55-10F4-C2E1-7E3C5C244B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84932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96C2158-5E97-AA69-59B0-1BD917948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597EB6-71DC-0C81-39E3-8374276D88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68BE6B5-D512-B70E-6321-D5BC29941E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16BF4-C735-494B-885B-E267AAEFCB9C}" type="datetimeFigureOut">
              <a:rPr lang="es-AR" smtClean="0"/>
              <a:t>11/11/2025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FF9E50-FC1F-15C1-ED40-004DD23792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F0B862-BE39-80D4-62E0-039F0D72D9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B4A983-26C6-42D4-AC0C-30AC7C896559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72883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6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2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2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7" Type="http://schemas.openxmlformats.org/officeDocument/2006/relationships/image" Target="../media/image2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9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066B652-42B8-F178-9406-F1915006C57E}"/>
              </a:ext>
            </a:extLst>
          </p:cNvPr>
          <p:cNvSpPr/>
          <p:nvPr/>
        </p:nvSpPr>
        <p:spPr>
          <a:xfrm>
            <a:off x="1207931" y="957943"/>
            <a:ext cx="9775371" cy="505097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CAC4B2D-3630-F406-75CC-762547E319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1397" y="2676629"/>
            <a:ext cx="7864522" cy="2491956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E256EEC8-DFEC-1012-A68E-265022C768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0454" y="1329445"/>
            <a:ext cx="3853460" cy="1189341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A78C835F-1953-8B1E-346D-04373E220B57}"/>
              </a:ext>
            </a:extLst>
          </p:cNvPr>
          <p:cNvSpPr/>
          <p:nvPr/>
        </p:nvSpPr>
        <p:spPr>
          <a:xfrm>
            <a:off x="5334000" y="2558143"/>
            <a:ext cx="1371600" cy="27214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02262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6F1949-4224-C5B8-97A3-328F9785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F2A444-286C-21F1-99C3-F1DBBBC3A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BDDF7070-D700-9F7C-12B0-767092FC6EB8}"/>
              </a:ext>
            </a:extLst>
          </p:cNvPr>
          <p:cNvSpPr/>
          <p:nvPr/>
        </p:nvSpPr>
        <p:spPr>
          <a:xfrm>
            <a:off x="-1" y="1311946"/>
            <a:ext cx="12192000" cy="5765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11350D-F464-6907-ABAC-22A8374B266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18E6B92-6B55-1963-9E7A-3BA48BF82590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Problema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1628C689-95B0-9D2D-DFAE-208E0B1FA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057" y="2238224"/>
            <a:ext cx="11565092" cy="3526140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5DD91DCD-DF89-93BD-983A-7CE03B1597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0" name="Rectángulo 9">
            <a:extLst>
              <a:ext uri="{FF2B5EF4-FFF2-40B4-BE49-F238E27FC236}">
                <a16:creationId xmlns:a16="http://schemas.microsoft.com/office/drawing/2014/main" id="{4AE23345-6A86-78E1-DD88-5E8D67AA168C}"/>
              </a:ext>
            </a:extLst>
          </p:cNvPr>
          <p:cNvSpPr/>
          <p:nvPr/>
        </p:nvSpPr>
        <p:spPr>
          <a:xfrm>
            <a:off x="415952" y="2034278"/>
            <a:ext cx="11565092" cy="14856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D391705-3B84-340C-19D9-75159B3C32EF}"/>
              </a:ext>
            </a:extLst>
          </p:cNvPr>
          <p:cNvSpPr/>
          <p:nvPr/>
        </p:nvSpPr>
        <p:spPr>
          <a:xfrm>
            <a:off x="598605" y="3723908"/>
            <a:ext cx="11382439" cy="159920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8564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xit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118068-25D1-8505-EA4A-16347B1200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23360BF-A8D2-8E69-C4D4-216EA0C6E2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BBB55CC-AD37-4715-9B78-1D37715DA1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987" y="125443"/>
            <a:ext cx="11370025" cy="6607113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C52BF684-3796-4F0B-AFD2-C0A04FF8B1D5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5B0CC1D1-9B0F-B679-894E-1F80C3874E08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oportunidad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7BBE6B19-D50B-AB07-BEF8-B2E2DA3DF478}"/>
              </a:ext>
            </a:extLst>
          </p:cNvPr>
          <p:cNvSpPr/>
          <p:nvPr/>
        </p:nvSpPr>
        <p:spPr>
          <a:xfrm>
            <a:off x="410987" y="2100943"/>
            <a:ext cx="5772099" cy="31895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E1AE6FA4-5E92-0911-3F8E-4AABDC6ECD8A}"/>
              </a:ext>
            </a:extLst>
          </p:cNvPr>
          <p:cNvSpPr/>
          <p:nvPr/>
        </p:nvSpPr>
        <p:spPr>
          <a:xfrm>
            <a:off x="6008913" y="2145159"/>
            <a:ext cx="5772099" cy="17845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B2ECEA4-C266-FD9C-8D34-37B386EAEEE5}"/>
              </a:ext>
            </a:extLst>
          </p:cNvPr>
          <p:cNvSpPr/>
          <p:nvPr/>
        </p:nvSpPr>
        <p:spPr>
          <a:xfrm>
            <a:off x="6183086" y="4064680"/>
            <a:ext cx="5685012" cy="1225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5E569FF8-0CAA-D3D0-64D4-58CBF36E76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48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8B806A-A5DB-9378-9DFF-BA9370794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03A5830-F470-F72D-B28D-05BA39FC34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CE328F7-2E5F-9F1A-5EFA-298A10238954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0CCE942-6962-B80C-9975-E6EDB3F089A8}"/>
              </a:ext>
            </a:extLst>
          </p:cNvPr>
          <p:cNvSpPr txBox="1"/>
          <p:nvPr/>
        </p:nvSpPr>
        <p:spPr>
          <a:xfrm>
            <a:off x="738505" y="643165"/>
            <a:ext cx="410781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La solución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5A575A8-0AC5-BE56-A936-B884F87CD1B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640" r="40305" b="33295"/>
          <a:stretch>
            <a:fillRect/>
          </a:stretch>
        </p:blipFill>
        <p:spPr>
          <a:xfrm>
            <a:off x="263982" y="1676917"/>
            <a:ext cx="6760028" cy="39182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6D4E4C2-BA8A-AEC7-5239-12A171335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564255"/>
            <a:ext cx="3177815" cy="622608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94F60472-A2F0-9AFC-41BF-E5F44C57B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8679" y="-81116"/>
            <a:ext cx="3101609" cy="6416596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B825F473-997D-2ACC-E1F9-4231147D52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99" t="67954" r="27712" b="8831"/>
          <a:stretch>
            <a:fillRect/>
          </a:stretch>
        </p:blipFill>
        <p:spPr>
          <a:xfrm>
            <a:off x="5570676" y="3300769"/>
            <a:ext cx="7223099" cy="138409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EA2B8304-ECA9-3E7B-221B-6DEF6A9E6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5E9BC59-F8E6-111E-375D-CB9250DAF4A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1282" y="4978986"/>
            <a:ext cx="7950451" cy="922820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7C2F353-0A09-9C97-2AB5-19495CC400E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94274" y="5943670"/>
            <a:ext cx="3758415" cy="634232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7F4F0DBB-E03F-5D06-E50C-9219E456565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2191" y="5948794"/>
            <a:ext cx="4122777" cy="6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715225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535DA-9D84-27DF-9FB1-39C086A41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FAE677-AC6B-B665-CF5B-6D200B71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0CDBA4F1-0730-6F22-6DFD-4F07ADAC3FE6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437799FC-F787-59ED-10F9-D731686D0071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Nuestro diferencial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94A2689-A4BA-C6C8-E02F-33101C6F2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0B99F483-DB30-A5D8-9237-4CB2485F19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7325" y="2009857"/>
            <a:ext cx="3299746" cy="72396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193F12F7-FEA0-8FD8-F156-D7CF48864D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67325" y="2824589"/>
            <a:ext cx="3301590" cy="7239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1D1AFD7-EB66-87CF-65E5-DA2DF40BC4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67325" y="3639321"/>
            <a:ext cx="3299746" cy="701101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D7E3B1E9-976C-E7C7-D099-4DB4970F1EC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67325" y="5253544"/>
            <a:ext cx="3299746" cy="739204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EDEF0477-8B54-E173-B88A-4C010FD76047}"/>
              </a:ext>
            </a:extLst>
          </p:cNvPr>
          <p:cNvSpPr txBox="1"/>
          <p:nvPr/>
        </p:nvSpPr>
        <p:spPr>
          <a:xfrm>
            <a:off x="5690640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 &amp; Competidores</a:t>
            </a:r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2F1AAC87-5304-4428-E0EE-68E742EF393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2894" y="4360946"/>
            <a:ext cx="3429297" cy="403895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3EA8B5A0-78F2-BE6B-AACF-A4A22866FFC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48120" y="4796982"/>
            <a:ext cx="2743438" cy="1348857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090E1761-8D47-4DF0-B4E8-88B38A3917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72894" y="2097612"/>
            <a:ext cx="3848433" cy="472481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724704B6-9725-4F2D-65BC-460F2EC6C4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48120" y="2748198"/>
            <a:ext cx="4099915" cy="1295512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40A6D38F-AADF-6A1D-B50A-463A63281BF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402" y="2348113"/>
            <a:ext cx="1699407" cy="3391194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8E851739-3AE7-BC8E-F763-7628AF3EF96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082566" y="4438812"/>
            <a:ext cx="3284505" cy="723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43358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035E9A11-610B-DC63-79BD-9F36EE1E84B7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129865A-45B6-2EB0-C3A6-75B725329B10}"/>
              </a:ext>
            </a:extLst>
          </p:cNvPr>
          <p:cNvSpPr txBox="1"/>
          <p:nvPr/>
        </p:nvSpPr>
        <p:spPr>
          <a:xfrm>
            <a:off x="738505" y="643165"/>
            <a:ext cx="4107815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El Mercado &amp; </a:t>
            </a:r>
          </a:p>
          <a:p>
            <a:r>
              <a:rPr lang="es-AR" sz="4400" b="1" dirty="0">
                <a:solidFill>
                  <a:schemeClr val="bg1"/>
                </a:solidFill>
              </a:rPr>
              <a:t>Plan de crecimiento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A022ACDC-761A-A72B-E7EA-24DFE9DD32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3455" y="226931"/>
            <a:ext cx="4252328" cy="8763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5ECD39B-0A2F-661C-B142-5F7ADE5E5B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3456" y="1202976"/>
            <a:ext cx="4550230" cy="3367835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13CD4E9-0278-4BE4-1329-1DAAD98138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0084" y="4719947"/>
            <a:ext cx="4481916" cy="18701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FE6C22ED-8247-1DEC-F5AB-083D82850A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160377"/>
            <a:ext cx="4016829" cy="4192237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667FED83-AC0A-B63B-150F-50D1958F5E6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7644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B8B6876B-DC43-2EBB-2D5F-3712A51A01BD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F0775273-69B0-F7DA-40F1-CCEAA61A79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999F3330-F923-4436-8A29-66B774C1980D}"/>
              </a:ext>
            </a:extLst>
          </p:cNvPr>
          <p:cNvSpPr txBox="1"/>
          <p:nvPr/>
        </p:nvSpPr>
        <p:spPr>
          <a:xfrm>
            <a:off x="738505" y="643165"/>
            <a:ext cx="410781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Testimonios</a:t>
            </a:r>
          </a:p>
          <a:p>
            <a:endParaRPr lang="es-AR" sz="4400" b="1" dirty="0">
              <a:solidFill>
                <a:schemeClr val="bg1"/>
              </a:solidFill>
            </a:endParaRPr>
          </a:p>
          <a:p>
            <a:r>
              <a:rPr lang="es-AR" sz="2000" b="1" dirty="0">
                <a:solidFill>
                  <a:schemeClr val="bg1"/>
                </a:solidFill>
              </a:rPr>
              <a:t>Nuestros clientes cuentan cómo ya están ganando eficiencia y bajando costos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9A2E866-36DD-C950-FCCC-99C4983B6B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495" t="4139" r="6509" b="7410"/>
          <a:stretch>
            <a:fillRect/>
          </a:stretch>
        </p:blipFill>
        <p:spPr>
          <a:xfrm>
            <a:off x="5627052" y="315284"/>
            <a:ext cx="3008934" cy="29285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1156279-B5C4-A184-74B2-8F300E09AE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933" t="5392" r="1896" b="4818"/>
          <a:stretch>
            <a:fillRect/>
          </a:stretch>
        </p:blipFill>
        <p:spPr>
          <a:xfrm>
            <a:off x="9005238" y="2211124"/>
            <a:ext cx="2934293" cy="292618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655BEC7F-485C-A844-9DB6-CBE3108BE8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956" t="5306" r="6744" b="5383"/>
          <a:stretch>
            <a:fillRect/>
          </a:stretch>
        </p:blipFill>
        <p:spPr>
          <a:xfrm>
            <a:off x="5665433" y="3731897"/>
            <a:ext cx="2932172" cy="28108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127206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CABE0-AD44-F70D-4877-C66B145C6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8DCDD0-609E-172C-48D3-6235160A6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3E37984-9E5C-0C8D-5780-FB4671D4D33E}"/>
              </a:ext>
            </a:extLst>
          </p:cNvPr>
          <p:cNvSpPr/>
          <p:nvPr/>
        </p:nvSpPr>
        <p:spPr>
          <a:xfrm>
            <a:off x="0" y="0"/>
            <a:ext cx="12192000" cy="18671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02E3FA4-7AD4-D48B-3630-C068327ADAC9}"/>
              </a:ext>
            </a:extLst>
          </p:cNvPr>
          <p:cNvSpPr txBox="1"/>
          <p:nvPr/>
        </p:nvSpPr>
        <p:spPr>
          <a:xfrm>
            <a:off x="738505" y="643165"/>
            <a:ext cx="8579665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Plan de implementación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0EA2630A-CF54-0413-A0D8-A9A24009A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307" y="1887756"/>
            <a:ext cx="12568098" cy="171246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22C56F90-1512-95D5-3823-D64134766F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803" y="3564384"/>
            <a:ext cx="11401181" cy="171246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6B7D3E2E-2AB9-7D73-BF41-75405770FCB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4184" y="5301573"/>
            <a:ext cx="11729798" cy="1499657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1858684C-A345-E86B-D6D8-D41D62F6B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4488" y="1533335"/>
            <a:ext cx="6672380" cy="1122082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39FE5FA3-47D0-2944-E208-F688952DEB3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-1" r="65091" b="3286"/>
          <a:stretch>
            <a:fillRect/>
          </a:stretch>
        </p:blipFill>
        <p:spPr>
          <a:xfrm>
            <a:off x="33456" y="5497461"/>
            <a:ext cx="1609487" cy="56014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8FCDDC3A-EE1F-0487-5DF7-288C0A37C8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5032"/>
          <a:stretch>
            <a:fillRect/>
          </a:stretch>
        </p:blipFill>
        <p:spPr>
          <a:xfrm>
            <a:off x="0" y="5953963"/>
            <a:ext cx="2995383" cy="57917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0749AF7-6086-1572-354E-E68FB76150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44557" y="713101"/>
            <a:ext cx="2018485" cy="622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152371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65DC27-562D-C34D-6B25-E7B373A516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>
            <a:extLst>
              <a:ext uri="{FF2B5EF4-FFF2-40B4-BE49-F238E27FC236}">
                <a16:creationId xmlns:a16="http://schemas.microsoft.com/office/drawing/2014/main" id="{37B93509-D9DA-98BF-012B-4D2908AFC540}"/>
              </a:ext>
            </a:extLst>
          </p:cNvPr>
          <p:cNvSpPr/>
          <p:nvPr/>
        </p:nvSpPr>
        <p:spPr>
          <a:xfrm>
            <a:off x="0" y="0"/>
            <a:ext cx="5257800" cy="707517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ADD7A213-4E30-8442-8E93-D8EE1189E2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169179"/>
            <a:ext cx="2018485" cy="622990"/>
          </a:xfrm>
          <a:prstGeom prst="rect">
            <a:avLst/>
          </a:prstGeom>
        </p:spPr>
      </p:pic>
      <p:sp>
        <p:nvSpPr>
          <p:cNvPr id="12" name="CuadroTexto 11">
            <a:extLst>
              <a:ext uri="{FF2B5EF4-FFF2-40B4-BE49-F238E27FC236}">
                <a16:creationId xmlns:a16="http://schemas.microsoft.com/office/drawing/2014/main" id="{4488300B-7F7C-EF07-23C8-8DA0B6086B86}"/>
              </a:ext>
            </a:extLst>
          </p:cNvPr>
          <p:cNvSpPr txBox="1"/>
          <p:nvPr/>
        </p:nvSpPr>
        <p:spPr>
          <a:xfrm>
            <a:off x="738505" y="643165"/>
            <a:ext cx="410781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4400" b="1" dirty="0">
                <a:solidFill>
                  <a:schemeClr val="bg1"/>
                </a:solidFill>
              </a:rPr>
              <a:t>Uso de fondos &amp; Proyección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9EBD360-7D99-9F0C-3025-0E6C9DA709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912127"/>
            <a:ext cx="5846672" cy="995721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31A54512-9595-A9B8-A000-3DB739E7C0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613" b="3556"/>
          <a:stretch>
            <a:fillRect/>
          </a:stretch>
        </p:blipFill>
        <p:spPr>
          <a:xfrm>
            <a:off x="6345330" y="954352"/>
            <a:ext cx="5080836" cy="361480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6E650B1-723F-52C1-564E-26201D0736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1415" y="558078"/>
            <a:ext cx="2880610" cy="396274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9F5E597-7BC8-A77C-42D0-60DCC253E0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330" y="5306651"/>
            <a:ext cx="4986699" cy="106223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2CD796-5A90-875C-6E9E-74796D23980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66527" y="4866355"/>
            <a:ext cx="1638442" cy="35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057401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6AF6AC-F9B4-33C3-F899-27EC434F14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6E00617-D946-7FE3-BB64-E6F6049E29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2BBF33-C09F-3C39-BB97-0D3F3C2B5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FB015A-FA56-5DF4-01AB-0DA75F8ADB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069930C-7125-F436-0A2B-30B9782B9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02BC040-4EEA-4BE8-92EE-054C3474D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53" y="1851721"/>
            <a:ext cx="4444568" cy="2116748"/>
          </a:xfrm>
          <a:prstGeom prst="rect">
            <a:avLst/>
          </a:prstGeom>
        </p:spPr>
      </p:pic>
      <p:sp>
        <p:nvSpPr>
          <p:cNvPr id="15" name="CuadroTexto 14">
            <a:extLst>
              <a:ext uri="{FF2B5EF4-FFF2-40B4-BE49-F238E27FC236}">
                <a16:creationId xmlns:a16="http://schemas.microsoft.com/office/drawing/2014/main" id="{E1CBA8A2-3B85-4D9E-47C3-695E21436899}"/>
              </a:ext>
            </a:extLst>
          </p:cNvPr>
          <p:cNvSpPr txBox="1"/>
          <p:nvPr/>
        </p:nvSpPr>
        <p:spPr>
          <a:xfrm>
            <a:off x="556532" y="4080398"/>
            <a:ext cx="431872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b="1" dirty="0">
                <a:solidFill>
                  <a:schemeClr val="accent6"/>
                </a:solidFill>
              </a:rPr>
              <a:t>Francisco Fernández</a:t>
            </a:r>
          </a:p>
          <a:p>
            <a:r>
              <a:rPr lang="es-AR" b="1" dirty="0">
                <a:solidFill>
                  <a:schemeClr val="accent6"/>
                </a:solidFill>
              </a:rPr>
              <a:t>Ileana Pesa</a:t>
            </a:r>
          </a:p>
          <a:p>
            <a:r>
              <a:rPr lang="es-AR" b="1" dirty="0">
                <a:solidFill>
                  <a:schemeClr val="accent6"/>
                </a:solidFill>
              </a:rPr>
              <a:t>Mercedes </a:t>
            </a:r>
            <a:r>
              <a:rPr lang="es-AR" b="1" dirty="0" err="1">
                <a:solidFill>
                  <a:schemeClr val="accent6"/>
                </a:solidFill>
              </a:rPr>
              <a:t>Dertiano</a:t>
            </a:r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Belen Garcia Fabiani</a:t>
            </a:r>
          </a:p>
          <a:p>
            <a:r>
              <a:rPr lang="es-AR" b="1" dirty="0">
                <a:solidFill>
                  <a:schemeClr val="accent6"/>
                </a:solidFill>
              </a:rPr>
              <a:t>Carlos Engel</a:t>
            </a:r>
          </a:p>
          <a:p>
            <a:r>
              <a:rPr lang="es-AR" b="1" dirty="0">
                <a:solidFill>
                  <a:schemeClr val="accent6"/>
                </a:solidFill>
              </a:rPr>
              <a:t>Luciano Lucas</a:t>
            </a:r>
          </a:p>
          <a:p>
            <a:endParaRPr lang="es-AR" b="1" dirty="0">
              <a:solidFill>
                <a:schemeClr val="accent6"/>
              </a:solidFill>
            </a:endParaRPr>
          </a:p>
          <a:p>
            <a:r>
              <a:rPr lang="es-AR" b="1" dirty="0">
                <a:solidFill>
                  <a:schemeClr val="accent6"/>
                </a:solidFill>
              </a:rPr>
              <a:t>Grupo 9 MBA Salud Online – Cohorte 2025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03FE725-4515-039A-3FA1-3C6B514FAE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7" y="-44400"/>
            <a:ext cx="4017930" cy="71489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DE8F529-FC89-3EB3-C3DE-FE1B7B6CE6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" y="417828"/>
            <a:ext cx="2125115" cy="657666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8B71567B-B40A-B712-13CF-A40FE89747D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353" y="1267346"/>
            <a:ext cx="3566469" cy="495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3030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6765298-0984-FBEE-CBE2-8D31B51A6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AC0EF9-87EC-95AA-556E-DD59E19298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8C5D2E3-F080-D282-7537-A444ED29E9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D991371-4AFA-A9E2-B3D9-8CAE1CC62B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CDDC4D-8E8D-348B-DEFB-9C31762D85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Imagen 20">
            <a:extLst>
              <a:ext uri="{FF2B5EF4-FFF2-40B4-BE49-F238E27FC236}">
                <a16:creationId xmlns:a16="http://schemas.microsoft.com/office/drawing/2014/main" id="{89267919-9334-4899-A54C-A66FFC6374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0144" y="6011054"/>
            <a:ext cx="1242720" cy="378540"/>
          </a:xfrm>
          <a:prstGeom prst="round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A19C9580-08E5-8909-796E-EAD6D121E1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287" y="-44400"/>
            <a:ext cx="4017930" cy="7148900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4A253A2F-1967-38AD-6A4C-8D6F44E374E2}"/>
              </a:ext>
            </a:extLst>
          </p:cNvPr>
          <p:cNvSpPr txBox="1"/>
          <p:nvPr/>
        </p:nvSpPr>
        <p:spPr>
          <a:xfrm>
            <a:off x="553366" y="1650962"/>
            <a:ext cx="6415345" cy="33506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Liderando la experiencia </a:t>
            </a:r>
          </a:p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del paciente en LATAM</a:t>
            </a:r>
          </a:p>
          <a:p>
            <a:pPr>
              <a:lnSpc>
                <a:spcPts val="3600"/>
              </a:lnSpc>
            </a:pPr>
            <a:endParaRPr lang="es-AR" sz="4000" b="1" dirty="0">
              <a:solidFill>
                <a:schemeClr val="accent6"/>
              </a:solidFill>
              <a:latin typeface="+mj-lt"/>
            </a:endParaRPr>
          </a:p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Promoviendo una atención eficiente y empática, </a:t>
            </a:r>
          </a:p>
          <a:p>
            <a:pPr>
              <a:lnSpc>
                <a:spcPts val="3600"/>
              </a:lnSpc>
            </a:pPr>
            <a:r>
              <a:rPr lang="es-AR" sz="4000" b="1" dirty="0">
                <a:solidFill>
                  <a:schemeClr val="accent6"/>
                </a:solidFill>
                <a:latin typeface="+mj-lt"/>
              </a:rPr>
              <a:t>que impulse una salud proactiva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0616DA5-1BD8-14FF-51C8-4780D274B021}"/>
              </a:ext>
            </a:extLst>
          </p:cNvPr>
          <p:cNvSpPr txBox="1"/>
          <p:nvPr/>
        </p:nvSpPr>
        <p:spPr>
          <a:xfrm>
            <a:off x="590382" y="5797564"/>
            <a:ext cx="25170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AR" sz="2000" b="1" dirty="0" err="1">
                <a:solidFill>
                  <a:schemeClr val="accent6"/>
                </a:solidFill>
                <a:latin typeface="+mj-lt"/>
              </a:rPr>
              <a:t>Acompañanos</a:t>
            </a:r>
            <a:r>
              <a:rPr lang="es-AR" sz="2000" b="1" dirty="0">
                <a:solidFill>
                  <a:schemeClr val="accent6"/>
                </a:solidFill>
                <a:latin typeface="+mj-lt"/>
              </a:rPr>
              <a:t> a </a:t>
            </a:r>
          </a:p>
          <a:p>
            <a:r>
              <a:rPr lang="es-AR" sz="2000" b="1" dirty="0">
                <a:solidFill>
                  <a:schemeClr val="accent6"/>
                </a:solidFill>
                <a:latin typeface="+mj-lt"/>
              </a:rPr>
              <a:t>construir el futuro 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8509972-D482-ADE5-D5DB-19D5920012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353" y="417828"/>
            <a:ext cx="2125115" cy="657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919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allAtOnce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630866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86</Words>
  <Application>Microsoft Office PowerPoint</Application>
  <PresentationFormat>Widescreen</PresentationFormat>
  <Paragraphs>31</Paragraphs>
  <Slides>12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belen garcia fabiani</dc:creator>
  <cp:lastModifiedBy>FERNANDEZ Francisco</cp:lastModifiedBy>
  <cp:revision>6</cp:revision>
  <dcterms:created xsi:type="dcterms:W3CDTF">2025-11-10T12:05:51Z</dcterms:created>
  <dcterms:modified xsi:type="dcterms:W3CDTF">2025-11-11T12:06:29Z</dcterms:modified>
</cp:coreProperties>
</file>