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3" r:id="rId7"/>
    <p:sldId id="265" r:id="rId8"/>
    <p:sldId id="267" r:id="rId9"/>
    <p:sldId id="266" r:id="rId10"/>
    <p:sldId id="268" r:id="rId11"/>
    <p:sldId id="262" r:id="rId1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605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73B05-72CD-4707-A5EC-68B51AE5827A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4B952-5981-4F9C-9934-2DD86F1477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203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5385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89D62-9F92-7B72-A4D0-F03B1CAEE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BB06E8-56BC-2BBC-F4B5-FD3ED2925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46270D-43DD-72F9-F5F7-0EBF45979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A810FF-075A-AA0F-3D07-C41DE0348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3014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F96C2-B173-6EA9-890E-5E13532B0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23BC6E-5938-4463-A4E3-F7041AD56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20352A-73F0-C861-7CEB-565F7967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AA0CBB-8562-0E75-62E2-3D44E8EC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5C9D3-E30B-9427-BB41-3C3B3E01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876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CE06F-CA8B-E6E2-D9EF-196F6365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7D259D-DB39-5D50-3CEA-7059C9A8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A80EB0-DE27-A388-0A98-BF23ADAA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5C9980-E984-81BA-20AB-F8D00ADB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AA1F0A-166C-B032-0173-37AC497C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88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CF4FE-40A8-35A9-49C3-1388B756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8B2A98-64E0-06F1-8352-F2CBCEB86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34AB46-F8E7-415F-0EAC-CDF111A2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C2B0B2-4935-17A3-039A-32F3C6E0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BD9CDB-AA1B-F4D8-5EC8-8BD27F63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1972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2B6DC-210E-D5E7-6171-A351B3DD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07C2F9-50E8-915C-519A-14D178360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78F71F-3430-5976-EC9D-10C721BE9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F36521-8432-CAD0-A531-AC9D1E73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0CFB25-D643-F376-CBCC-4B791225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27287-6CEC-EE4A-93C7-86A329CF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025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D3134-C884-84DC-13A8-1AEFB3BD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E09CEC-D659-4C94-866B-6DFCC77A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8D740F-BC63-C2D0-0FE4-EB9AA8C4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15359CA-FE61-F573-5DE3-473464AF6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309A57-2C93-A5A4-BC1C-8B62CB9D6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4334E3-1F7D-AE83-416D-E9563A1B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B3CB941-0557-1575-FDBD-1C502739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74EEED7-1D3A-4AB9-5CBE-188C9493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470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365C0-0CF8-4FFF-9E37-83404B34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C94CB9-DDDC-AC08-E217-1C0E105C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BDC83C-8F4B-7D68-25F2-E31BE5D6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02D207-85F1-02A8-9121-6E268917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378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56CB837-276C-FDC0-1E2F-92730702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523D8B-D168-1895-8480-11364C48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CB7329-6A59-7CE6-BC32-83CB3E29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186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C2CE1-F334-6F98-AD35-410C0DB9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8E6207-7495-DBBE-DCC2-A84721B75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EDB026-D781-679B-7068-A129FD9D2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8834B2-FD85-9F44-8582-19FDF58D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1FE2BF-9BFA-1487-3F99-EDA7B96EB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D9AD9-F035-C06E-6444-E2EA0739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845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8D51A-0DE0-8B3F-9A17-69BB2FD3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EA9EC7-602A-7FE2-9642-178615A4A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CA8B3B-6293-F8CB-4B4C-D6A63B5C0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6B7926-54BB-7D66-742B-E1EFBAE4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C8161C-153C-6EE8-855D-043ABAB1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76B8C7-424F-BAB1-87D5-75FF0316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062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854EA-FA93-66C5-5048-9FF2677E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49E09E-B6A6-E356-AF51-26A3D88F5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85B60-867E-5938-B56B-582B724B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8AFA64-0EB3-5BC5-B82D-DC9C20D5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32622C-2943-C99A-ECE8-EB7B59F8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6789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2F47E9-981A-EFD2-6883-334F7A49B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9639FC-B385-0DDC-1AF4-EA428275D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3C0FA-75E8-F459-DF84-AC1FFDF2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C5481F-E872-003E-4BBD-7C337757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BC9FEE-5D55-10F4-C2E1-7E3C5C24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932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96C2158-5E97-AA69-59B0-1BD91794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597EB6-71DC-0C81-39E3-8374276D8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8BE6B5-D512-B70E-6321-D5BC29941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16BF4-C735-494B-885B-E267AAEFCB9C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F9E50-FC1F-15C1-ED40-004DD2379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0B862-BE39-80D4-62E0-039F0D72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288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37F7DC-046D-F0C9-DE11-0F6D0F599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0" b="350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56EEC8-DFEC-1012-A68E-265022C76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054" y="1379688"/>
            <a:ext cx="3853460" cy="118934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91DD3F7-A39B-0B80-CD15-3AF327F367AA}"/>
              </a:ext>
            </a:extLst>
          </p:cNvPr>
          <p:cNvSpPr/>
          <p:nvPr/>
        </p:nvSpPr>
        <p:spPr>
          <a:xfrm>
            <a:off x="544286" y="2373086"/>
            <a:ext cx="11005457" cy="1959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226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F1949-4224-C5B8-97A3-328F9785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F2A444-286C-21F1-99C3-F1DBBBC3A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409086-C150-83CE-D794-2DB694F35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04" y="167357"/>
            <a:ext cx="11209991" cy="652328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DDF7070-D700-9F7C-12B0-767092FC6EB8}"/>
              </a:ext>
            </a:extLst>
          </p:cNvPr>
          <p:cNvSpPr/>
          <p:nvPr/>
        </p:nvSpPr>
        <p:spPr>
          <a:xfrm>
            <a:off x="-1" y="1311946"/>
            <a:ext cx="12192000" cy="576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11350D-F464-6907-ABAC-22A8374B2665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8E6B92-6B55-1963-9E7A-3BA48BF82590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El Problema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391705-3B84-340C-19D9-75159B3C32EF}"/>
              </a:ext>
            </a:extLst>
          </p:cNvPr>
          <p:cNvSpPr/>
          <p:nvPr/>
        </p:nvSpPr>
        <p:spPr>
          <a:xfrm>
            <a:off x="587829" y="2122714"/>
            <a:ext cx="11209991" cy="120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AE23345-6A86-78E1-DD88-5E8D67AA168C}"/>
              </a:ext>
            </a:extLst>
          </p:cNvPr>
          <p:cNvSpPr/>
          <p:nvPr/>
        </p:nvSpPr>
        <p:spPr>
          <a:xfrm>
            <a:off x="838200" y="3565287"/>
            <a:ext cx="10765971" cy="148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DD91DCD-DF89-93BD-983A-7CE03B15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18068-25D1-8505-EA4A-16347B12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3360BF-A8D2-8E69-C4D4-216EA0C6E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BB55CC-AD37-4715-9B78-1D37715DA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7" y="125443"/>
            <a:ext cx="11370025" cy="660711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52BF684-3796-4F0B-AFD2-C0A04FF8B1D5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0CC1D1-9B0F-B679-894E-1F80C3874E08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La oportunidad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BBE6B19-D50B-AB07-BEF8-B2E2DA3DF478}"/>
              </a:ext>
            </a:extLst>
          </p:cNvPr>
          <p:cNvSpPr/>
          <p:nvPr/>
        </p:nvSpPr>
        <p:spPr>
          <a:xfrm>
            <a:off x="410987" y="2100943"/>
            <a:ext cx="5772099" cy="3189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AE6FA4-5E92-0911-3F8E-4AABDC6ECD8A}"/>
              </a:ext>
            </a:extLst>
          </p:cNvPr>
          <p:cNvSpPr/>
          <p:nvPr/>
        </p:nvSpPr>
        <p:spPr>
          <a:xfrm>
            <a:off x="6008913" y="2145159"/>
            <a:ext cx="5772099" cy="178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2ECEA4-C266-FD9C-8D34-37B386EAEEE5}"/>
              </a:ext>
            </a:extLst>
          </p:cNvPr>
          <p:cNvSpPr/>
          <p:nvPr/>
        </p:nvSpPr>
        <p:spPr>
          <a:xfrm>
            <a:off x="6183086" y="4064680"/>
            <a:ext cx="5685012" cy="122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E569FF8-0CAA-D3D0-64D4-58CBF36E7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4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B806A-A5DB-9378-9DFF-BA937079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A5830-F470-F72D-B28D-05BA39FC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E328F7-2E5F-9F1A-5EFA-298A10238954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CCE942-6962-B80C-9975-E6EDB3F089A8}"/>
              </a:ext>
            </a:extLst>
          </p:cNvPr>
          <p:cNvSpPr txBox="1"/>
          <p:nvPr/>
        </p:nvSpPr>
        <p:spPr>
          <a:xfrm>
            <a:off x="738505" y="643165"/>
            <a:ext cx="41078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La solución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5A575A8-0AC5-BE56-A936-B884F87CD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0" r="40305" b="33295"/>
          <a:stretch>
            <a:fillRect/>
          </a:stretch>
        </p:blipFill>
        <p:spPr>
          <a:xfrm>
            <a:off x="263982" y="1676917"/>
            <a:ext cx="6760028" cy="39182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6D4E4C2-BA8A-AEC7-5239-12A171335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4255"/>
            <a:ext cx="3177815" cy="622608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4F60472-A2F0-9AFC-41BF-E5F44C57B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679" y="-81116"/>
            <a:ext cx="3101609" cy="641659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825F473-997D-2ACC-E1F9-4231147D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9" t="67954" r="27712" b="8831"/>
          <a:stretch>
            <a:fillRect/>
          </a:stretch>
        </p:blipFill>
        <p:spPr>
          <a:xfrm>
            <a:off x="6121282" y="3300769"/>
            <a:ext cx="7223099" cy="138409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A2B8304-ECA9-3E7B-221B-6DEF6A9E6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5E9BC59-F8E6-111E-375D-CB9250DAF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282" y="4978986"/>
            <a:ext cx="7950451" cy="92282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7C2F353-0A09-9C97-2AB5-19495CC400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274" y="5943670"/>
            <a:ext cx="3758415" cy="63423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7F4F0DBB-E03F-5D06-E50C-9219E45656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2191" y="5948794"/>
            <a:ext cx="4122777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1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35DA-9D84-27DF-9FB1-39C086A4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AE677-AC6B-B665-CF5B-6D200B71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DBA4F1-0730-6F22-6DFD-4F07ADAC3FE6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7799FC-F787-59ED-10F9-D731686D0071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Nuestro diferencial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94A2689-A4BA-C6C8-E02F-33101C6F2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4F59948-895B-F04B-95F8-4EF222C92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8" y="2232244"/>
            <a:ext cx="11122644" cy="348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3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A9A49-F538-E7EF-344C-F9688825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1E1F06-7244-B790-80A2-6DC52B6BC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E9A11-610B-DC63-79BD-9F36EE1E84B7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9865A-45B6-2EB0-C3A6-75B725329B10}"/>
              </a:ext>
            </a:extLst>
          </p:cNvPr>
          <p:cNvSpPr txBox="1"/>
          <p:nvPr/>
        </p:nvSpPr>
        <p:spPr>
          <a:xfrm>
            <a:off x="738505" y="643165"/>
            <a:ext cx="41078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El Mercado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55349A-7DC8-410C-4C32-DFA43AE0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6" y="1690646"/>
            <a:ext cx="9845893" cy="154699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7932130-E25D-8C82-0A56-71378237F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04" y="3345917"/>
            <a:ext cx="9711781" cy="131075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0349A8B-991D-D6B4-D6EB-7C2C09021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37585"/>
            <a:ext cx="4023709" cy="89161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A04E37D-37B0-451B-5141-B6FDABC86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509" y="4873613"/>
            <a:ext cx="3739821" cy="176394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CE46B2D-F2D4-2618-CEE9-264F7ECD91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4085" y="4873613"/>
            <a:ext cx="3879411" cy="176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8B6876B-DC43-2EBB-2D5F-3712A51A01BD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0775273-69B0-F7DA-40F1-CCEAA61A7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99F3330-F923-4436-8A29-66B774C1980D}"/>
              </a:ext>
            </a:extLst>
          </p:cNvPr>
          <p:cNvSpPr txBox="1"/>
          <p:nvPr/>
        </p:nvSpPr>
        <p:spPr>
          <a:xfrm>
            <a:off x="738505" y="643165"/>
            <a:ext cx="41078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Testimonios</a:t>
            </a:r>
          </a:p>
          <a:p>
            <a:endParaRPr lang="es-AR" sz="4400" b="1" dirty="0">
              <a:solidFill>
                <a:schemeClr val="bg1"/>
              </a:solidFill>
            </a:endParaRPr>
          </a:p>
          <a:p>
            <a:r>
              <a:rPr lang="es-AR" sz="1600" b="1" dirty="0">
                <a:solidFill>
                  <a:schemeClr val="bg1"/>
                </a:solidFill>
              </a:rPr>
              <a:t>Nuestros clientes cuentan cómo ya están ganando eficiencia y bajando costos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A2E866-36DD-C950-FCCC-99C4983B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5" t="4139" r="6509" b="7410"/>
          <a:stretch>
            <a:fillRect/>
          </a:stretch>
        </p:blipFill>
        <p:spPr>
          <a:xfrm>
            <a:off x="5627052" y="315284"/>
            <a:ext cx="3008934" cy="29285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1156279-B5C4-A184-74B2-8F300E09AE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3" t="5392" r="1896" b="4818"/>
          <a:stretch>
            <a:fillRect/>
          </a:stretch>
        </p:blipFill>
        <p:spPr>
          <a:xfrm>
            <a:off x="9005238" y="2211124"/>
            <a:ext cx="2934293" cy="29261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55BEC7F-485C-A844-9DB6-CBE3108BE8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56" t="5306" r="6744" b="5383"/>
          <a:stretch>
            <a:fillRect/>
          </a:stretch>
        </p:blipFill>
        <p:spPr>
          <a:xfrm>
            <a:off x="5665433" y="3731897"/>
            <a:ext cx="2932172" cy="28108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272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CABE0-AD44-F70D-4877-C66B145C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8DCDD0-609E-172C-48D3-6235160A6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3E37984-9E5C-0C8D-5780-FB4671D4D33E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2E3FA4-7AD4-D48B-3630-C068327ADAC9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Plan de implementación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A2630A-CF54-0413-A0D8-A9A24009A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91" y="1887756"/>
            <a:ext cx="12568098" cy="171246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2C56F90-1512-95D5-3823-D64134766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487" y="3564384"/>
            <a:ext cx="11401181" cy="171246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B7D3E2E-2AB9-7D73-BF41-75405770F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754" y="5301573"/>
            <a:ext cx="11729798" cy="149965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58684C-A345-E86B-D6D8-D41D62F6B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488" y="1533335"/>
            <a:ext cx="6672380" cy="112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2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DC27-562D-C34D-6B25-E7B373A5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7B93509-D9DA-98BF-012B-4D2908AFC540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DD7A213-4E30-8442-8E93-D8EE1189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488300B-7F7C-EF07-23C8-8DA0B6086B86}"/>
              </a:ext>
            </a:extLst>
          </p:cNvPr>
          <p:cNvSpPr txBox="1"/>
          <p:nvPr/>
        </p:nvSpPr>
        <p:spPr>
          <a:xfrm>
            <a:off x="738505" y="643165"/>
            <a:ext cx="41078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Uso de fondos y proyección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EBD360-7D99-9F0C-3025-0E6C9DA7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732880"/>
            <a:ext cx="5846672" cy="9957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1A54512-9595-A9B8-A000-3DB739E7C0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13" b="3556"/>
          <a:stretch>
            <a:fillRect/>
          </a:stretch>
        </p:blipFill>
        <p:spPr>
          <a:xfrm>
            <a:off x="6345330" y="954352"/>
            <a:ext cx="5080836" cy="361480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6E650B1-723F-52C1-564E-26201D073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415" y="558078"/>
            <a:ext cx="2880610" cy="3962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780FB6C-A147-964B-A359-38EA665195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330" y="5114926"/>
            <a:ext cx="5142704" cy="105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5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AF6AC-F9B4-33C3-F899-27EC434F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E00617-D946-7FE3-BB64-E6F6049E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2BBF33-C09F-3C39-BB97-0D3F3C2B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B015A-FA56-5DF4-01AB-0DA75F8A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9930C-7125-F436-0A2B-30B9782B9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6622DE-7B53-2B8F-7B8B-7B151ED2388A}"/>
              </a:ext>
            </a:extLst>
          </p:cNvPr>
          <p:cNvSpPr/>
          <p:nvPr/>
        </p:nvSpPr>
        <p:spPr>
          <a:xfrm>
            <a:off x="385763" y="389455"/>
            <a:ext cx="5024438" cy="56303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A594E9-2039-5D72-37BB-1D7542237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966" y="215657"/>
            <a:ext cx="3051138" cy="9417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3EDD1B9-0178-E10A-C4B7-91511630D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14" y="686512"/>
            <a:ext cx="4016088" cy="43437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02BC040-4EEA-4BE8-92EE-054C3474D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74" y="1165921"/>
            <a:ext cx="4444568" cy="211674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1CBA8A2-3B85-4D9E-47C3-695E21436899}"/>
              </a:ext>
            </a:extLst>
          </p:cNvPr>
          <p:cNvSpPr txBox="1"/>
          <p:nvPr/>
        </p:nvSpPr>
        <p:spPr>
          <a:xfrm>
            <a:off x="600075" y="3428786"/>
            <a:ext cx="48101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6"/>
                </a:solidFill>
              </a:rPr>
              <a:t>Francisco Fernández</a:t>
            </a:r>
          </a:p>
          <a:p>
            <a:r>
              <a:rPr lang="es-AR" b="1" dirty="0">
                <a:solidFill>
                  <a:schemeClr val="accent6"/>
                </a:solidFill>
              </a:rPr>
              <a:t>Ileana Pesa</a:t>
            </a:r>
          </a:p>
          <a:p>
            <a:r>
              <a:rPr lang="es-AR" b="1" dirty="0">
                <a:solidFill>
                  <a:schemeClr val="accent6"/>
                </a:solidFill>
              </a:rPr>
              <a:t>Mercedes </a:t>
            </a:r>
            <a:r>
              <a:rPr lang="es-AR" b="1" dirty="0" err="1">
                <a:solidFill>
                  <a:schemeClr val="accent6"/>
                </a:solidFill>
              </a:rPr>
              <a:t>Dertiano</a:t>
            </a:r>
            <a:endParaRPr lang="es-AR" b="1" dirty="0">
              <a:solidFill>
                <a:schemeClr val="accent6"/>
              </a:solidFill>
            </a:endParaRPr>
          </a:p>
          <a:p>
            <a:r>
              <a:rPr lang="es-AR" b="1" dirty="0">
                <a:solidFill>
                  <a:schemeClr val="accent6"/>
                </a:solidFill>
              </a:rPr>
              <a:t>Belen Garcia Fabiani</a:t>
            </a:r>
          </a:p>
          <a:p>
            <a:r>
              <a:rPr lang="es-AR" b="1" dirty="0">
                <a:solidFill>
                  <a:schemeClr val="accent6"/>
                </a:solidFill>
              </a:rPr>
              <a:t>Carlos Engel</a:t>
            </a:r>
          </a:p>
          <a:p>
            <a:r>
              <a:rPr lang="es-AR" b="1" dirty="0">
                <a:solidFill>
                  <a:schemeClr val="accent6"/>
                </a:solidFill>
              </a:rPr>
              <a:t>Luciano Lucas</a:t>
            </a:r>
          </a:p>
          <a:p>
            <a:endParaRPr lang="es-AR" b="1" dirty="0">
              <a:solidFill>
                <a:schemeClr val="accent6"/>
              </a:solidFill>
            </a:endParaRPr>
          </a:p>
          <a:p>
            <a:r>
              <a:rPr lang="es-AR" b="1" dirty="0">
                <a:solidFill>
                  <a:schemeClr val="accent6"/>
                </a:solidFill>
              </a:rPr>
              <a:t>Grupo 9 MBA Salud Online – Cohorte 2025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DB6D77B-9975-17AC-FF06-D3FB62AB296E}"/>
              </a:ext>
            </a:extLst>
          </p:cNvPr>
          <p:cNvSpPr txBox="1"/>
          <p:nvPr/>
        </p:nvSpPr>
        <p:spPr>
          <a:xfrm>
            <a:off x="5795964" y="1443421"/>
            <a:ext cx="6290880" cy="4646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s-AR" sz="3000" b="1" i="1" dirty="0">
                <a:solidFill>
                  <a:schemeClr val="accent6"/>
                </a:solidFill>
              </a:rPr>
              <a:t>Reducir el ausentismo es sólo el comienzo</a:t>
            </a:r>
            <a:endParaRPr lang="es-AR" sz="2000" b="1" i="1" dirty="0">
              <a:solidFill>
                <a:schemeClr val="accent6"/>
              </a:solidFill>
            </a:endParaRPr>
          </a:p>
          <a:p>
            <a:pPr algn="ctr">
              <a:lnSpc>
                <a:spcPts val="3600"/>
              </a:lnSpc>
            </a:pPr>
            <a:endParaRPr lang="es-AR" sz="3000" b="1" dirty="0">
              <a:solidFill>
                <a:schemeClr val="accent6"/>
              </a:solidFill>
            </a:endParaRPr>
          </a:p>
          <a:p>
            <a:pPr>
              <a:lnSpc>
                <a:spcPts val="3600"/>
              </a:lnSpc>
            </a:pPr>
            <a:r>
              <a:rPr lang="es-AR" sz="3000" b="1" dirty="0">
                <a:solidFill>
                  <a:schemeClr val="accent6"/>
                </a:solidFill>
                <a:latin typeface="Aptos Black" panose="020F0502020204030204" pitchFamily="34" charset="0"/>
              </a:rPr>
              <a:t>Nuestra visión es ser el estándar de reputación del paciente en LATAM, estimulando la teleasistencia y promoviendo una salud proactiva.</a:t>
            </a:r>
          </a:p>
          <a:p>
            <a:pPr algn="ctr">
              <a:lnSpc>
                <a:spcPts val="3600"/>
              </a:lnSpc>
            </a:pPr>
            <a:endParaRPr lang="es-AR" sz="3000" b="1" dirty="0">
              <a:solidFill>
                <a:schemeClr val="accent6"/>
              </a:solidFill>
              <a:latin typeface="Aptos Black" panose="020F0502020204030204" pitchFamily="34" charset="0"/>
            </a:endParaRPr>
          </a:p>
          <a:p>
            <a:pPr algn="ctr">
              <a:lnSpc>
                <a:spcPts val="3600"/>
              </a:lnSpc>
            </a:pPr>
            <a:r>
              <a:rPr lang="es-ES" sz="1500" b="1" dirty="0" err="1">
                <a:solidFill>
                  <a:schemeClr val="accent6"/>
                </a:solidFill>
              </a:rPr>
              <a:t>Acompañanos</a:t>
            </a:r>
            <a:r>
              <a:rPr lang="es-ES" sz="1500" b="1" dirty="0">
                <a:solidFill>
                  <a:schemeClr val="accent6"/>
                </a:solidFill>
              </a:rPr>
              <a:t> a construir el futuro de la salud en LATAM</a:t>
            </a:r>
            <a:endParaRPr lang="es-AR" sz="1500" b="1" dirty="0">
              <a:solidFill>
                <a:schemeClr val="accent6"/>
              </a:solidFill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A8A61FD7-99AB-5B8E-00B4-BBE45A83B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717" y="6145640"/>
            <a:ext cx="1539373" cy="46486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6303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2202A-22D8-0BF5-45F5-4FD63087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72FF6D-8B2D-3FB7-37A4-2E947C78A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63086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92</Words>
  <Application>Microsoft Office PowerPoint</Application>
  <PresentationFormat>Panorámica</PresentationFormat>
  <Paragraphs>25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Black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belen garcia fabiani</dc:creator>
  <cp:lastModifiedBy>maria belen garcia fabiani</cp:lastModifiedBy>
  <cp:revision>1</cp:revision>
  <dcterms:created xsi:type="dcterms:W3CDTF">2025-11-10T12:05:51Z</dcterms:created>
  <dcterms:modified xsi:type="dcterms:W3CDTF">2025-11-10T13:46:28Z</dcterms:modified>
</cp:coreProperties>
</file>